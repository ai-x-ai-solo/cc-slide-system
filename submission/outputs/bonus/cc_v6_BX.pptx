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ヒラギノ角ゴシック"/>
        <a:buChar char="•"/>
        <a:defRPr sz="32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ヒラギノ角ゴシック"/>
        <a:buChar char="–"/>
        <a:defRPr sz="2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ヒラギノ角ゴシック"/>
        <a:buChar char="–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ヒラギノ角ゴシック"/>
        <a:buChar char="»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AI導入に、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外注は必要ない。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 7dayブートキャンプ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7日間で自社のAI活用を内製化し、年数百万のAI外注費をゼロにする。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9BFF"/>
                </a:solidFill>
                <a:latin typeface="ヒラギノ角ゴシック"/>
                <a:ea typeface="ヒラギノ角ゴシック"/>
                <a:cs typeface="ヒラギノ角ゴシック"/>
              </a:rPr>
              <a:t>完全保存版・24スライド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中小企業のAI導入には、4つの壁があります。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103120" cy="10058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コスト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280160"/>
            <a:ext cx="85039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5727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AI外注は月50〜200万円。継続するほど経営を圧迫する。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2103120" cy="10058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072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514600"/>
            <a:ext cx="85039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8072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外注先がブラックボックス。社内にノウハウが残らない。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40"/>
            <a:ext cx="2103120" cy="10058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4164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速度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749040"/>
            <a:ext cx="85039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04164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発注→納品で2〜4週間。試行錯誤の回転数が上がらない。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83480"/>
            <a:ext cx="2103120" cy="10058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760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人材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4983480"/>
            <a:ext cx="85039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527608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AIエンジニアの採用は困難。育成にも年単位かかる。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外注AIの本当のコスト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303520" cy="4572000"/>
          </a:xfrm>
          <a:prstGeom prst="rect">
            <a:avLst/>
          </a:prstGeom>
          <a:solidFill>
            <a:srgbClr val="F0F5FF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C2222"/>
                </a:solidFill>
                <a:latin typeface="ヒラギノ角ゴシック"/>
                <a:ea typeface="ヒラギノ角ゴシック"/>
                <a:cs typeface="ヒラギノ角ゴシック"/>
              </a:rPr>
              <a:t>外注し続けた場合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✗  月50万円 × 12ヶ月 = 年600万円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✗  5年で 3,000万円 を外注先に支払う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✗  ノウハウは1ミリも社内に残らない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✗  発注を止めた瞬間、業務が止まる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303520" cy="457200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内製化した場合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✓  198,000円 の買い切り（1回のみ）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889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✓  Claude Code 月3,000円 + 自社運用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74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✓  全ノウハウが社内資産として蓄積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✓  改善サイクルが日単位で回せる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→ 7日間の投資で、年数百万のコストを社内資産に変える。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市場機会：今動く企業が、5年後の勝者になる。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Codeを使いこなせる日本人は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0.1%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未満（推定）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937760"/>
            <a:ext cx="9418320" cy="12801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507492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業界全体が「人材を確保できない」状態。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48640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今、社内に1人スキルを持つだけで他社を5年置き去りにできる。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答え：自社で内製できる体制を、7日間で作る。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3474720" cy="10058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385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自社の業務を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645920"/>
            <a:ext cx="57607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93852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誰よりも理解している社内の人が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926080"/>
            <a:ext cx="3474720" cy="10058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1868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926080"/>
            <a:ext cx="57607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21868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日本語の指示でシステムを作り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206240"/>
            <a:ext cx="3474720" cy="10058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4988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自社の課題を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206240"/>
            <a:ext cx="57607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44988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そのまま自動化する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外注では絶対に届かない速度と精度が、社内に手に入る。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Codeとは？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286000" cy="7772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価格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280160"/>
            <a:ext cx="832104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8132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月額 約3,000円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2286000" cy="7772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50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操作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148840"/>
            <a:ext cx="832104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3500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日本語で話しかけるだけ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2286000" cy="7772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用途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017520"/>
            <a:ext cx="832104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21868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資料・LP・スクリプト・データ処理・自動化など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86200"/>
            <a:ext cx="2286000" cy="7772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873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導入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886200"/>
            <a:ext cx="832104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40873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PCがあれば即日開始可能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2286000" cy="7772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56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学習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754880"/>
            <a:ext cx="832104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495604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プログラミング言語を覚える必要なし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35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A9BFF"/>
                </a:solidFill>
                <a:latin typeface="ヒラギノ角ゴシック"/>
                <a:ea typeface="ヒラギノ角ゴシック"/>
                <a:cs typeface="ヒラギノ角ゴシック"/>
              </a:rPr>
              <a:t>→ 「AIエンジニア採用」より「社内の1人にClaude Code」の方が早い。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なぜこのブートキャンプなのか？6つの違い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532120" cy="14630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6400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00200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アドネスが月4,500万円を生み出す仕組みを公開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5532120" cy="14630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600200"/>
            <a:ext cx="6400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099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講師は未経験から100個以上のシステムを構築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5532120" cy="14630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291840"/>
            <a:ext cx="6400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015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91840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現役で稼ぎ続けている人間が教える（机上の空論なし）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017520"/>
            <a:ext cx="5532120" cy="14630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291840"/>
            <a:ext cx="6400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4015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291840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1期生は未経験から7日でシステム完成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09160"/>
            <a:ext cx="5532120" cy="14630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983480"/>
            <a:ext cx="6400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932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83480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月3,000円のClaude Codeで月10万円案件が取れる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709160"/>
            <a:ext cx="5532120" cy="14630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4983480"/>
            <a:ext cx="6400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0932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983480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Code使い手は日本人の0.1%未満。早い者勝ち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みかみ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 代表取締役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7315200" cy="45720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・東大現役合格 → 在学中起業 → 中退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・創業100日売上ゼロから → 半年で月商1億円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・AIで月商5億円を達成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・創業5年で年商30億円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371600"/>
            <a:ext cx="2926080" cy="384048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90227" y="2062886"/>
            <a:ext cx="936345" cy="936345"/>
          </a:xfrm>
          <a:prstGeom prst="ellipse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17229" y="3483864"/>
            <a:ext cx="2282342" cy="1613001"/>
          </a:xfrm>
          <a:prstGeom prst="ellipse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A9BFF"/>
                </a:solidFill>
                <a:latin typeface="ヒラギノ角ゴシック"/>
                <a:ea typeface="ヒラギノ角ゴシック"/>
                <a:cs typeface="ヒラギノ角ゴシック"/>
              </a:rPr>
              <a:t>事業を回しながら、AI最前線で結果を出し続けている。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みかみ：実績ハイライト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35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月商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3560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1億円（創業半年）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8872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32588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35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年商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43560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30億円（創業5年）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51460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243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AI事業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6243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月商5億円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37744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51460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243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TikTok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6243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数ヶ月で20万フォロワー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130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1ツイート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81304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3,000万円の売上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56616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70332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130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SNS総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81304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31万フォロワー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5488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89204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001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受講生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0017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スキルプラス 6,000名以上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75488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489204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01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発信力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50017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AI×事業の最前線で発信し続ける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佐藤 将司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7315200" cy="45720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・高卒で市役所就職（月給12万円）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・プログラミング経験ゼロからスタート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・Claude Codeで100個以上のシステムを構築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・営業初月で1,000万円の案件を獲得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371600"/>
            <a:ext cx="2926080" cy="384048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90227" y="2062886"/>
            <a:ext cx="936345" cy="936345"/>
          </a:xfrm>
          <a:prstGeom prst="ellipse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17229" y="3483864"/>
            <a:ext cx="2282342" cy="1613001"/>
          </a:xfrm>
          <a:prstGeom prst="ellipse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A9BFF"/>
                </a:solidFill>
                <a:latin typeface="ヒラギノ角ゴシック"/>
                <a:ea typeface="ヒラギノ角ゴシック"/>
                <a:cs typeface="ヒラギノ角ゴシック"/>
              </a:rPr>
              <a:t>「未経験から、実務で稼ぐまで」の道を最も新しくたどった人物。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佐藤：実績ハイライト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35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出発点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3560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市役所 月給12万円・借金500万円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8872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32588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35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学習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43560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プログラミング未経験からスタート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51460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243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制作数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6243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Codeで100個以上のシステム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37744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51460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243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講義制作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6243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月間300本の動画を自動制作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130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初月営業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81304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1,000万円の案件獲得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56616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70332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130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AIコンサル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81304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月額50〜200万円で複数社契約中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5488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89204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001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チーム実績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0017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4人で初月売上 4,500万円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754880"/>
            <a:ext cx="553212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4892040"/>
            <a:ext cx="1554480" cy="6858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01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再現性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50017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未経験 → 稼ぐの最短ルートを実走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7日間で、社内にAI活用の核を作る。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46304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371600"/>
            <a:ext cx="909828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62763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Code環境構築 / 基本操作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46304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560320"/>
            <a:ext cx="909828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8163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業務自動化スクリプト実装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40"/>
            <a:ext cx="146304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0507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3749040"/>
            <a:ext cx="909828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40050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資料・LP・SEO記事 量産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146304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937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4937760"/>
            <a:ext cx="909828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937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システム化・統合・運用設計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63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A9BFF"/>
                </a:solidFill>
                <a:latin typeface="ヒラギノ角ゴシック"/>
                <a:ea typeface="ヒラギノ角ゴシック"/>
                <a:cs typeface="ヒラギノ角ゴシック"/>
              </a:rPr>
              <a:t>毎回21:00〜23:00（2時間×4回）／予習動画 + 補講1ヶ月 込み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全13テーマ講義（前半 1〜7）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075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1887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3075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はじめてのClaude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8745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9933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AIエージェント × LP制作 自動化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91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25603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26791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AIエージェント × 案件探索 自動化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461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649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2461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33649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AIエージェント × スライド制作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507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39319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40507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AIエージェント × X投稿 自動化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177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365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46177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7365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AIエージェント × オプチャ運営効率化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035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223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53035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54223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AIエージェント × 動画編集 自動化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→ 続く後半6テーマへ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全13テーマ講義（後半 8〜13）+ 毎週追加中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075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1887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3075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AIエージェント × LINE Bot 構築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8745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9933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AIエージェント × システム開発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91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25603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26791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SEO記事生成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461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649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2461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33649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AI記事リライト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507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39319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40507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PPTX自動作成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17720"/>
            <a:ext cx="68580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365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4617720"/>
            <a:ext cx="98755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73659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URL一括PDF変換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+ 今後追加予定の講義 価値 300,000円分も無料アップデート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アクションマップ：1日30分で進められる予習設計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19456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280160"/>
            <a:ext cx="836676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44475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動画を見る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28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1テーマ10〜20分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219456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468880"/>
            <a:ext cx="836676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63347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手を動かす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0175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テキスト通りにコピペで実行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219456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3657600"/>
            <a:ext cx="836676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2219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詰まったら聞く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206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コミュニティで即質問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219456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0235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STEP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4846320"/>
            <a:ext cx="836676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501091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自社業務に応用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3949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ブートキャンプ当日に統合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購入から納品レベルまでのフロー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18872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280160"/>
            <a:ext cx="292608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購入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280160"/>
            <a:ext cx="630936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決済完了で即コミュニティ参加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118872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468880"/>
            <a:ext cx="292608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予習期間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468880"/>
            <a:ext cx="630936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743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講義動画＋アクションマップを自分のペースで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118872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657600"/>
            <a:ext cx="292608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ブートキャンプ週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3657600"/>
            <a:ext cx="630936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3931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月・水・金・土 21:00〜の集中作業4回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46320"/>
            <a:ext cx="118872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0235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4846320"/>
            <a:ext cx="292608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5120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補講期間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4846320"/>
            <a:ext cx="630936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5120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ブートキャンプ後1ヶ月 質問し放題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受講生はもう、動いている。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54480"/>
            <a:ext cx="640080" cy="5486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00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完全未経験から7日でシステムを完成させた受講生あり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697480"/>
            <a:ext cx="640080" cy="5486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157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743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LP制作・SNS自動化・業務効率化のシステムを各自完成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40480"/>
            <a:ext cx="640080" cy="5486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587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86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コミュニティで助け合いながら全員がスキルアップ中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00600"/>
            <a:ext cx="10698480" cy="9144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4983480"/>
            <a:ext cx="640080" cy="5486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017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029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講義もシステムも今でも毎週増え続けている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よくある質問への回答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77240" cy="7772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Q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097280"/>
            <a:ext cx="973836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17043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プログラミング未経験でも？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8132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A. 日本語で話しかけるだけで動きます。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777240" cy="7772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21992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2057400"/>
            <a:ext cx="973836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13055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時間が取れない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4144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A. 予習1日30分・本番は21:00〜の2時間×4回。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777240" cy="7772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82112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3017520"/>
            <a:ext cx="973836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09067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7日でついていけるか不安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0156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A. 予習＋本番＋1ヶ月補講の3段サポート。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77640"/>
            <a:ext cx="777240" cy="7772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42232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3977640"/>
            <a:ext cx="973836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0507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他のAIスクールと何が違う？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36168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A. AIで数億円の事業を回す本人が教える。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937760"/>
            <a:ext cx="777240" cy="7772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02352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4937760"/>
            <a:ext cx="973836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501091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198,000円の元は取れる？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32180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A. 10万円案件を2件取れば全額回収。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ボーナス特典 1〜6（月額換算 1,080,000円分）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77240" cy="713232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188720"/>
            <a:ext cx="658368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スライド自動生成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188720"/>
            <a:ext cx="297180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3716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月400,000円相当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777240" cy="713232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011680"/>
            <a:ext cx="658368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194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LP自動制作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2011680"/>
            <a:ext cx="297180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945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月100,000円相当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34640"/>
            <a:ext cx="777240" cy="713232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9923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2834640"/>
            <a:ext cx="658368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017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X投稿自動化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834640"/>
            <a:ext cx="297180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017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月100,000円相当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657600"/>
            <a:ext cx="777240" cy="713232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2219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3657600"/>
            <a:ext cx="658368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8404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案件探索自動化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3657600"/>
            <a:ext cx="297180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8404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月120,000円相当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80560"/>
            <a:ext cx="777240" cy="713232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4515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4480560"/>
            <a:ext cx="658368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46634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オプチャ運営効率化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4480560"/>
            <a:ext cx="297180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46634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月180,000円相当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303520"/>
            <a:ext cx="777240" cy="713232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91640" y="5303520"/>
            <a:ext cx="658368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0" y="5486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LINEボット構築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200" y="5303520"/>
            <a:ext cx="2971800" cy="713232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5486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月180,000円相当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ボーナス特典 7〜12 + サポート（合計 1,736,000円分）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7724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#7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097280"/>
            <a:ext cx="658368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2161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システム開発アシスタント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097280"/>
            <a:ext cx="297180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21615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月200,000円相当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77724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0195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1783080"/>
            <a:ext cx="658368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19019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SEO記事生成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783080"/>
            <a:ext cx="297180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0195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月150,000円相当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468880"/>
            <a:ext cx="77724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8775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2468880"/>
            <a:ext cx="658368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25877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AI記事リライト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468880"/>
            <a:ext cx="297180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58775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月100,000円相当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154680"/>
            <a:ext cx="77724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7355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3154680"/>
            <a:ext cx="658368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2735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PPTX自動作成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3154680"/>
            <a:ext cx="297180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27355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月200,000円相当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77724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95935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3840480"/>
            <a:ext cx="658368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9593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動画編集自動化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840480"/>
            <a:ext cx="297180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95935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月3,000円相当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526280"/>
            <a:ext cx="777240" cy="59436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64515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#12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91640" y="4526280"/>
            <a:ext cx="658368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0" y="46451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URL一括PDF変換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200" y="4526280"/>
            <a:ext cx="297180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464515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月3,000円相当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349240"/>
            <a:ext cx="5349240" cy="77724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4864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個別1on1コンサル：50,000円相当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5349240"/>
            <a:ext cx="5166360" cy="77724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48640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1ヶ月サポート：50,000円相当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パッケージ総額の構造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955279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0759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講義（全13テーマ・毎週増加）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188720"/>
            <a:ext cx="25603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3075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349,000円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20"/>
            <a:ext cx="7955279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専用コミュニティ＋アーカイブ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874520"/>
            <a:ext cx="25603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100,000円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7955279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7919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ブートキャンプ（4回×2時間）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560320"/>
            <a:ext cx="25603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6791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200,000円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46120"/>
            <a:ext cx="7955279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6499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ボーナス12種（月額換算合計）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3246120"/>
            <a:ext cx="25603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3649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1,736,000円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7955279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5079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個別1on1コンサル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3931920"/>
            <a:ext cx="25603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40507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50,000円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17720"/>
            <a:ext cx="7955279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3659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1ヶ月補講サポート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4617720"/>
            <a:ext cx="256032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3A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47365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50,000円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合計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6235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2,485,000円 相当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提供価格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通常 2,485,000円相当を、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198,000円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（税込217,800円 / 銀行振込212,800円）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434840"/>
            <a:ext cx="9418320" cy="36576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1日あたり251円。月7,532円（分割）。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A9BFF"/>
                </a:solidFill>
                <a:latin typeface="ヒラギノ角ゴシック"/>
                <a:ea typeface="ヒラギノ角ゴシック"/>
                <a:cs typeface="ヒラギノ角ゴシック"/>
              </a:rPr>
              <a:t>社員1人のAIスキルに、年契約せず一括で投資する。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投資回収シミュレーション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19456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法人A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280160"/>
            <a:ext cx="548640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月20万円の外注を内製化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1280160"/>
            <a:ext cx="2788920" cy="96012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55448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1ヶ月で回収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219456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791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法人B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423160"/>
            <a:ext cx="548640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697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月50万円のAIコンサルを内製化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2423160"/>
            <a:ext cx="2788920" cy="96012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69748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5日で回収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219456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221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法人C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3566160"/>
            <a:ext cx="548640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3840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Code案件を月10万円受注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3566160"/>
            <a:ext cx="2788920" cy="96012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384048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2案件で全額回収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709160"/>
            <a:ext cx="2194560" cy="9601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651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社員教育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4709160"/>
            <a:ext cx="5486400" cy="960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4983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1人のAIスキル習得コスト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4709160"/>
            <a:ext cx="2788920" cy="96012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498348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外注1ヶ月分以下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今、内製化する企業が、5年後に残ります。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 7dayブートキャンプ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468880"/>
            <a:ext cx="8503920" cy="14630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606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198,000円（税込217,800円）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1日251円 / 月7,532円（分割）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160520"/>
            <a:ext cx="6675120" cy="91440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434340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▶ 今すぐお申し込みください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ajorFont>
      <a:min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