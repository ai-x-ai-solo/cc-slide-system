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ヒラギノ角ゴシック"/>
        <a:buChar char="•"/>
        <a:defRPr sz="32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ヒラギノ角ゴシック"/>
        <a:buChar char="–"/>
        <a:defRPr sz="2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4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ヒラギノ角ゴシック"/>
        <a:buChar char="–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ヒラギノ角ゴシック"/>
        <a:buChar char="»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ヒラギノ角ゴシック"/>
        <a:buChar char="•"/>
        <a:defRPr sz="20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ヒラギノ角ゴシック"/>
          <a:ea typeface="ヒラギノ角ゴシック"/>
          <a:cs typeface="ヒラギノ角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プログラミングは、いりません。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468880"/>
            <a:ext cx="8503920" cy="54864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日本語で話しかけるだけで動く。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こんな気持ち、ありませんか？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「毎回同じ作業、なんか時間もったいないな」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「AIって難しそう…自分には無理かも」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1064240" cy="9601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「副業してみたいけど、何のスキルを身につければいいか分からない」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「プログラミングは絶対無理。でもAIは気になる」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その感覚、全部正解です。だから、このブートキャンプがあります。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Claude Codeは、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日本語で話しかけるだけで動きます。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941832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54864" cy="8229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日本語で指示するだけ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" cy="8229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副業に直結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案件探索・LP制作・資料作成を自動化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54864" cy="8229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未経験OK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1期生は7日でシステムを完成させた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みかみ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代表取締役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5044" y="2651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受講生6,000名以上「スキルプラス」を運営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5044" y="35661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AIで月商5億円を達成（本物の実績）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5044" y="44805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東大在学中に起業・創業5年で年商30億円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457200" cy="45720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949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「現役で稼いでいる人間が教える」を徹底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FF0E5"/>
          </a:solidFill>
          <a:ln w="1905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INSTRUCTOR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佐藤将司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アドネス株式会社　AI事業責任者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7498079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プログラミング経験ゼロからスタートした人が教えます。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元・公務員（月給12万円）／プログラミング経験ゼロ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↓　Claude Codeで100以上のシステムを構築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↓　未経験からAIで稼げるようになった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→ 「自分でもできるかも」と思えるはずです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502920"/>
            <a:ext cx="2743200" cy="2743200"/>
          </a:xfrm>
          <a:prstGeom prst="roundRect">
            <a:avLst/>
          </a:prstGeom>
          <a:solidFill>
            <a:srgbClr val="FFF0E5"/>
          </a:solidFill>
          <a:ln w="1905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68128" y="996696"/>
            <a:ext cx="877824" cy="877824"/>
          </a:xfrm>
          <a:prstGeom prst="ellipse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37192" y="2011680"/>
            <a:ext cx="2139696" cy="1152144"/>
          </a:xfrm>
          <a:prstGeom prst="ellipse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一人にしません。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114800"/>
          </a:xfrm>
          <a:prstGeom prst="rect">
            <a:avLst/>
          </a:prstGeom>
          <a:solidFill>
            <a:srgbClr val="FFF0E5"/>
          </a:solidFill>
          <a:ln w="254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943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予習期間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講義動画を自分のペースで
視聴
コミュニティで質問し放題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4114800"/>
          </a:xfrm>
          <a:prstGeom prst="rect">
            <a:avLst/>
          </a:prstGeom>
          <a:solidFill>
            <a:srgbClr val="FFF0E5"/>
          </a:solidFill>
          <a:ln w="254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5943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ブートキャンプ週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週4回・各2時間のオンラインセッション
講師と一緒に手を動かす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4114800"/>
          </a:xfrm>
          <a:prstGeom prst="rect">
            <a:avLst/>
          </a:prstGeom>
          <a:solidFill>
            <a:srgbClr val="FFF0E5"/>
          </a:solidFill>
          <a:ln w="254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59436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補講期間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終了後1ヶ月間サポート継続
アーカイブ動画でいつでも復習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「分からなくても大丈夫」という環境を作っています。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7日後、こんなことができるようになります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097280"/>
            <a:ext cx="484632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146304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案件探索
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3657600" cy="25603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仕事探しに
時間をかけなくていい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7" y="1554480"/>
            <a:ext cx="3657600" cy="146304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7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スライド
制作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7" y="3200400"/>
            <a:ext cx="3657600" cy="25603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7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毎回ゼロから
作る必要がなくなる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4" y="1554480"/>
            <a:ext cx="3657600" cy="146304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4" y="17830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システム
開発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1894" y="3200400"/>
            <a:ext cx="3657600" cy="2560320"/>
          </a:xfrm>
          <a:prstGeom prst="rect">
            <a:avLst/>
          </a:prstGeom>
          <a:solidFill>
            <a:srgbClr val="FFF0E5"/>
          </a:solidFill>
          <a:ln w="12700">
            <a:solidFill>
              <a:srgbClr val="FF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4" y="356616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業務改善ツールを
自分で作れる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1期生の声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69848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完全未経験から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7日でシステムを完成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させた受講生がいます。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941832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LP制作・SNS自動化・業務効率化など、各自が実際に動くシステムを完成させました。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あなたの「初めての作品」を一緒に作りましょう。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料金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198,000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円（税抜）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4572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1日あたりたったの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251円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B33A"/>
                </a:solidFill>
                <a:latin typeface="ヒラギノ角ゴシック"/>
                <a:ea typeface="ヒラギノ角ゴシック"/>
                <a:cs typeface="ヒラギノ角ゴシック"/>
              </a:rPr>
              <a:t>コンビニのランチより安い。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クレジット分割：月々約 7,532円〜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「分からない」を卒業する、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最初の7日間です。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1832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AIが得意な人だけが得をする時代が、もうすぐそこまで来ています。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最初の一歩を、一人でなく一緒に踏み出しましょう。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まずやってみることが、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85528"/>
                </a:solidFill>
                <a:latin typeface="ヒラギノ角ゴシック"/>
                <a:ea typeface="ヒラギノ角ゴシック"/>
                <a:cs typeface="ヒラギノ角ゴシック"/>
              </a:rPr>
              <a:t>一番の近道です。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45720"/>
          </a:xfrm>
          <a:prstGeom prst="rect">
            <a:avLst/>
          </a:prstGeom>
          <a:solidFill>
            <a:srgbClr val="FFB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A1810"/>
                </a:solidFill>
                <a:latin typeface="ヒラギノ角ゴシック"/>
                <a:ea typeface="ヒラギノ角ゴシック"/>
                <a:cs typeface="ヒラギノ角ゴシック"/>
              </a:rPr>
              <a:t>本質のClaude Code 完全攻略 7dayブートキャンプ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749039"/>
            <a:ext cx="8503920" cy="1371600"/>
          </a:xfrm>
          <a:prstGeom prst="rect">
            <a:avLst/>
          </a:prstGeom>
          <a:solidFill>
            <a:srgbClr val="E85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14223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ヒラギノ角ゴシック"/>
                <a:ea typeface="ヒラギノ角ゴシック"/>
                <a:cs typeface="ヒラギノ角ゴシック"/>
              </a:rPr>
              <a:t>申し込んでみる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7A6E"/>
                </a:solidFill>
                <a:latin typeface="ヒラギノ角ゴシック"/>
                <a:ea typeface="ヒラギノ角ゴシック"/>
                <a:cs typeface="ヒラギノ角ゴシック"/>
              </a:rPr>
              <a:t>198,000円（税抜）　月々 7,532円〜　質問し放題・補講あり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ajorFont>
      <a:minorFont>
        <a:latin typeface="ヒラギノ角ゴシック"/>
        <a:ea typeface="ヒラギノ角ゴシック"/>
        <a:cs typeface="ヒラギノ角ゴシック"/>
        <a:font script="Jpan" typeface="ヒラギノ角ゴシック"/>
        <a:font script="Hang" typeface="ヒラギノ角ゴシック"/>
        <a:font script="Hans" typeface="ヒラギノ角ゴシック"/>
        <a:font script="Hant" typeface="ヒラギノ角ゴシック"/>
        <a:font script="Arab" typeface="ヒラギノ角ゴシック"/>
        <a:font script="Hebr" typeface="ヒラギノ角ゴシック"/>
        <a:font script="Thai" typeface="ヒラギノ角ゴシック"/>
        <a:font script="Ethi" typeface="ヒラギノ角ゴシック"/>
        <a:font script="Beng" typeface="ヒラギノ角ゴシック"/>
        <a:font script="Gujr" typeface="ヒラギノ角ゴシック"/>
        <a:font script="Khmr" typeface="ヒラギノ角ゴシック"/>
        <a:font script="Knda" typeface="ヒラギノ角ゴシック"/>
        <a:font script="Guru" typeface="ヒラギノ角ゴシック"/>
        <a:font script="Cans" typeface="ヒラギノ角ゴシック"/>
        <a:font script="Cher" typeface="ヒラギノ角ゴシック"/>
        <a:font script="Yiii" typeface="ヒラギノ角ゴシック"/>
        <a:font script="Tibt" typeface="ヒラギノ角ゴシック"/>
        <a:font script="Thaa" typeface="ヒラギノ角ゴシック"/>
        <a:font script="Deva" typeface="ヒラギノ角ゴシック"/>
        <a:font script="Telu" typeface="ヒラギノ角ゴシック"/>
        <a:font script="Taml" typeface="ヒラギノ角ゴシック"/>
        <a:font script="Syrc" typeface="ヒラギノ角ゴシック"/>
        <a:font script="Orya" typeface="ヒラギノ角ゴシック"/>
        <a:font script="Mlym" typeface="ヒラギノ角ゴシック"/>
        <a:font script="Laoo" typeface="ヒラギノ角ゴシック"/>
        <a:font script="Sinh" typeface="ヒラギノ角ゴシック"/>
        <a:font script="Mong" typeface="ヒラギノ角ゴシック"/>
        <a:font script="Viet" typeface="ヒラギノ角ゴシック"/>
        <a:font script="Uigh" typeface="ヒラギノ角ゴシック"/>
        <a:font script="Geor" typeface="ヒラギノ角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