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ヒラギノ角ゴシック"/>
        <a:buChar char="•"/>
        <a:defRPr sz="32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ヒラギノ角ゴシック"/>
        <a:buChar char="–"/>
        <a:defRPr sz="2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ヒラギノ角ゴシック"/>
        <a:buChar char="–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ヒラギノ角ゴシック"/>
        <a:buChar char="»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AI導入に、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外注は必要ない。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 7dayブートキャンプ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7日間で、自社のAI活用を内製化する。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社内の繰り返し作業に、毎月いくらかかっていますか？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8229600" cy="11887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資料作成・メール対応・データ整理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188720"/>
            <a:ext cx="2743200" cy="11887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417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月30〜50時間の工数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8229600" cy="11887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AI導入を検討しているが何から始めればいいか分からない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2651760"/>
            <a:ext cx="2743200" cy="11887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880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機会損失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8229600" cy="11887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外注すると高い・社内に知識がない・誰に頼めばいいか
分からない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4114800"/>
            <a:ext cx="2743200" cy="11887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4343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コスト増大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「AIを入れたい」と思っているだけで、動けていない企業が多い。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日本語で動かせるAI開発ツール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57400"/>
            <a:ext cx="9418320" cy="45720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566160" cy="32004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プログラミング不要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日本語で指示するだけで動く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566160" cy="32004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4688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業務直結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00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実際の社内システムを
そのまま構築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286000"/>
            <a:ext cx="3566160" cy="32004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4688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スピード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00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繰り返し作業を、24時間動くAIに任せられる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みかみ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　代表取締役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規模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146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東大在学中に起業 → AIで組織を最適化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5204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実績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290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創業5年で年商30億円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4348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影響力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3434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AI月商5億・SNS総フォロワー31万人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3492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信頼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578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受講生6,000名以上「スキルプラス」運営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502920"/>
            <a:ext cx="2743200" cy="2743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68128" y="996696"/>
            <a:ext cx="877824" cy="877824"/>
          </a:xfrm>
          <a:prstGeom prst="ellipse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37192" y="2011680"/>
            <a:ext cx="2139696" cy="1152144"/>
          </a:xfrm>
          <a:prstGeom prst="ellipse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佐藤将司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　AI事業責任者 / AIコンサルタント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実績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146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Codeで100以上のシステムを構築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5204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自動化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290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月間300本の講義動画を自動制作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4348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単価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095" y="429768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法人AIコンサル：月額50万〜200万円で複数社と
契約中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3492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生産性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578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初月売上4,500万円を突破（4人で達成）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502920"/>
            <a:ext cx="2743200" cy="2743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68128" y="996696"/>
            <a:ext cx="877824" cy="877824"/>
          </a:xfrm>
          <a:prstGeom prst="ellipse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37192" y="2011680"/>
            <a:ext cx="2139696" cy="1152144"/>
          </a:xfrm>
          <a:prstGeom prst="ellipse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7日間の集中プログラム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640080" cy="13716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6304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097280"/>
            <a:ext cx="10241280" cy="13716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予習期間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講義動画＋アクションマップで自分のペースで学ぶ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コミュニティで質問し放題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640080" cy="13716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320040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834640"/>
            <a:ext cx="10241280" cy="13716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926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ブートキャンプ週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290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月・水・金・土　各2時間（21時〜）の集中作業セッション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54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全4回・オンライン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640080" cy="13716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493776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572000"/>
            <a:ext cx="10241280" cy="13716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補講期間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166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ブートキャンプ後1ヶ月間、コミュニティで質問し放題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92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アーカイブ動画あり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7日間で習得できる、実務直結のスキル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4846320" cy="45720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657600" cy="14630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案件探索
自動化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［時間削減］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00400"/>
            <a:ext cx="3657600" cy="23774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外注不要
営業前に候補が集まる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7" y="1554480"/>
            <a:ext cx="3657600" cy="14630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7" y="16916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スライド
制作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［工数削減］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7" y="3200400"/>
            <a:ext cx="3657600" cy="23774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7" y="35204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提案資料を
半自動で作れる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1894" y="1554480"/>
            <a:ext cx="3657600" cy="146304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4" y="16916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システム
開発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4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［外注費削減］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1894" y="3200400"/>
            <a:ext cx="3657600" cy="237744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4" y="35204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業務改善ツールを
AIで内製化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全13テーマ収録。社内12種のシステムがそのまま手に入ります。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41148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月間300本の動画を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4人で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自動制作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05840"/>
            <a:ext cx="3566160" cy="41148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188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法人AIコンサル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月額50〜
200万円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2918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で複数社と契約中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05840"/>
            <a:ext cx="3566160" cy="41148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188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初月売上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4,500万円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を突破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「机上の空論ではなく、現役で稼ぎ続けている人間が教える」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投資対効果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120640" cy="4389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法人AIコンサル外注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CC2222"/>
                </a:solidFill>
                <a:latin typeface="ヒラギノ角ゴシック"/>
                <a:ea typeface="ヒラギノ角ゴシック"/>
                <a:cs typeface="ヒラギノ角ゴシック"/>
              </a:rPr>
              <a:t>月50〜200万円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× 継続コスト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74320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005840"/>
            <a:ext cx="5120640" cy="4389120"/>
          </a:xfrm>
          <a:prstGeom prst="rect">
            <a:avLst/>
          </a:prstGeom>
          <a:solidFill>
            <a:srgbClr val="F0F5FF"/>
          </a:solidFill>
          <a:ln w="25400">
            <a:solidFill>
              <a:srgbClr val="1A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1430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このブートキャンプ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8A3A"/>
                </a:solidFill>
                <a:latin typeface="ヒラギノ角ゴシック"/>
                <a:ea typeface="ヒラギノ角ゴシック"/>
                <a:cs typeface="ヒラギノ角ゴシック"/>
              </a:rPr>
              <a:t>198,000円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9260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× 買い切り・内製化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1日あたり251円。社員1人のAIスキルに投資する価値。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自社のAI活用を、7日間で内製化する。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418320" cy="457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1A5FBF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 7dayブートキャンプ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017520"/>
            <a:ext cx="8503920" cy="13716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33756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お申し込みはこちら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7788"/>
                </a:solidFill>
                <a:latin typeface="ヒラギノ角ゴシック"/>
                <a:ea typeface="ヒラギノ角ゴシック"/>
                <a:cs typeface="ヒラギノ角ゴシック"/>
              </a:rPr>
              <a:t>198,000円（税抜）　月々 7,532円〜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2E"/>
                </a:solidFill>
                <a:latin typeface="ヒラギノ角ゴシック"/>
                <a:ea typeface="ヒラギノ角ゴシック"/>
                <a:cs typeface="ヒラギノ角ゴシック"/>
              </a:rPr>
              <a:t>まずは7日間でAI活用の手応えをつかんでください。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ajorFont>
      <a:min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